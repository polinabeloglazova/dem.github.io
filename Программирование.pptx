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8264DC-6DA2-43FD-920C-E1A5CB1D10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D4D9D9-C6C6-4ABE-BA83-34AF5AA6A8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E723B9-A6E3-4D6D-8F41-CE0F6D568C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A3A8D1-72F8-47FB-A202-C0B1C9192A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4A33B5-8827-4137-82B8-59CD73CDA4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B34BBFA-F7A6-4F95-AA44-EBF34F5C29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B7D9F7D-8C2D-4BAD-B22D-7664EDFD34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85F3804-D794-4A27-86C5-FA91E1E2DA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60085F-9D08-4B22-AEF4-1D25521D66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599B196-FCA3-4216-BB30-3EA25765BF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8777557-2A19-4EBF-A06F-1E7E66F439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807BD1-61C2-4237-B202-566FE8385BF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CE2B94-F8BF-4D5D-B6E5-CC00B260EEE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AF8268-0CD6-4D5B-9E26-3979A6A0119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C92DEA-EC87-4824-83E5-682BAFEC27A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4ACA6E-F24D-4497-9B23-A9A1FBD0B9C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664CA5-64C2-4C3C-BE82-1FE009F0DAD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3CD018-B534-4302-B534-6FDF585F8C4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DD4141-419A-451A-B32A-D54604FB5AB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0F672-5040-42E0-B0E7-9FF48C2942D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D54CA-AD6E-4312-A6CA-4C7F1461698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A96E88-AA3C-4692-96CA-5A70E5FA7D9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длину стороны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длины сторон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прямоугольника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64080" y="21214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арифметическое равно: {average}")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15080" cy="87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Формула: √(a × b)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geometric_mean = math.sqrt(num1 * num2)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print(f"Среднее геометрическое равно: {geometric_mean}")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длины катетов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Вычисляем гипотенузу по теореме Пифагора: c = √(a² + b²)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прямоугольного треугольника: S = (a * b) / 2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print(f"Гипотенуза равна: {hypotenuse}")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print(f"Площадь треугольника равна: {area}")</a:t>
            </a:r>
            <a:endParaRPr b="0" lang="ru-RU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число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значения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через запятую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# Запрашиваем у пользователя год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# Проверяем условие високосного года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# Год високосный, если: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# 1. Он делится на 400 ИЛИ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# 2. Он делится на 4, но НЕ делится на 100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if (year % 400 == 0) or (year % 4 == 0 and year % 100 != 0):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print(f"{year} год — високосный")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300" spc="-1" strike="noStrike">
                <a:solidFill>
                  <a:schemeClr val="dk1"/>
                </a:solidFill>
                <a:latin typeface="Calibri"/>
              </a:rPr>
              <a:t>print(f"{year} год — не високосный")</a:t>
            </a:r>
            <a:endParaRPr b="0" lang="ru-RU" sz="2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целое число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остаток от деления на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print(f"Число {number} — 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print(f"Число {number} — нечетное")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Проверяем условие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Если первое меньше второго, вычисляем сумму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print(f"Первое число ({num1}) меньше второго ({num2}). Сумма: {result}")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Иначе (если первое больше или равно второму) вычисляем разность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print(f"Первое число ({num1}) не меньше второго ({num2}). Разность: {result}")</a:t>
            </a:r>
            <a:endParaRPr b="0" lang="ru-RU" sz="1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print("Первые 16 степеней числа 2 (от 2^0 до 2^15):")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count_even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count_even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{count_even}")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{positive_count}")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8290080" cy="288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# Инициализируем переменные для хранения максимума и минимума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# Используем None, чтобы корректно обработать первое введенное число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max_num = None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min_num = None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# Для первого числа устанавливаем и максимум, и минимум равными этому числу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if max_num is None or min_num is None: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# Обновляем максимум, если текущее число больше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if num &gt; max_num: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# Обновляем минимум, если текущее число меньше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if num &lt; min_num: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0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1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023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2026-05-16T10:24:39Z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